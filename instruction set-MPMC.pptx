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6" r:id="rId4"/>
    <p:sldId id="258" r:id="rId5"/>
    <p:sldId id="261" r:id="rId6"/>
    <p:sldId id="259" r:id="rId7"/>
    <p:sldId id="260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7ADBD9-C289-442B-9195-E1F563EAA99D}" v="48" dt="2026-02-18T16:57:23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ya shiri" userId="ef03db5fc89c6bde" providerId="LiveId" clId="{FBACC961-2C80-4D41-BA38-A7B5B66CF518}"/>
    <pc:docChg chg="undo custSel addSld modSld sldOrd">
      <pc:chgData name="dhanya shiri" userId="ef03db5fc89c6bde" providerId="LiveId" clId="{FBACC961-2C80-4D41-BA38-A7B5B66CF518}" dt="2026-02-18T16:57:36.533" v="2028" actId="255"/>
      <pc:docMkLst>
        <pc:docMk/>
      </pc:docMkLst>
      <pc:sldChg chg="modSp mod ord">
        <pc:chgData name="dhanya shiri" userId="ef03db5fc89c6bde" providerId="LiveId" clId="{FBACC961-2C80-4D41-BA38-A7B5B66CF518}" dt="2026-02-18T16:50:44.110" v="1974" actId="27636"/>
        <pc:sldMkLst>
          <pc:docMk/>
          <pc:sldMk cId="4089278577" sldId="257"/>
        </pc:sldMkLst>
        <pc:spChg chg="mod">
          <ac:chgData name="dhanya shiri" userId="ef03db5fc89c6bde" providerId="LiveId" clId="{FBACC961-2C80-4D41-BA38-A7B5B66CF518}" dt="2026-02-18T16:48:38.309" v="1885" actId="115"/>
          <ac:spMkLst>
            <pc:docMk/>
            <pc:sldMk cId="4089278577" sldId="257"/>
            <ac:spMk id="2" creationId="{F799A383-9CC6-FF94-6A97-85E36BD9F650}"/>
          </ac:spMkLst>
        </pc:spChg>
        <pc:spChg chg="mod">
          <ac:chgData name="dhanya shiri" userId="ef03db5fc89c6bde" providerId="LiveId" clId="{FBACC961-2C80-4D41-BA38-A7B5B66CF518}" dt="2026-02-18T16:50:44.110" v="1974" actId="27636"/>
          <ac:spMkLst>
            <pc:docMk/>
            <pc:sldMk cId="4089278577" sldId="257"/>
            <ac:spMk id="3" creationId="{4EC9C869-F7F5-DE50-BBBB-ABC7A4CB71F3}"/>
          </ac:spMkLst>
        </pc:spChg>
      </pc:sldChg>
      <pc:sldChg chg="modSp mod">
        <pc:chgData name="dhanya shiri" userId="ef03db5fc89c6bde" providerId="LiveId" clId="{FBACC961-2C80-4D41-BA38-A7B5B66CF518}" dt="2026-02-18T16:55:52.481" v="2023" actId="122"/>
        <pc:sldMkLst>
          <pc:docMk/>
          <pc:sldMk cId="484158358" sldId="258"/>
        </pc:sldMkLst>
        <pc:spChg chg="mod">
          <ac:chgData name="dhanya shiri" userId="ef03db5fc89c6bde" providerId="LiveId" clId="{FBACC961-2C80-4D41-BA38-A7B5B66CF518}" dt="2026-02-18T16:55:52.481" v="2023" actId="122"/>
          <ac:spMkLst>
            <pc:docMk/>
            <pc:sldMk cId="484158358" sldId="258"/>
            <ac:spMk id="2" creationId="{7F862ED3-1E2E-BAA2-E688-AB8966410314}"/>
          </ac:spMkLst>
        </pc:spChg>
        <pc:spChg chg="mod">
          <ac:chgData name="dhanya shiri" userId="ef03db5fc89c6bde" providerId="LiveId" clId="{FBACC961-2C80-4D41-BA38-A7B5B66CF518}" dt="2026-02-18T16:51:32.570" v="1986" actId="20577"/>
          <ac:spMkLst>
            <pc:docMk/>
            <pc:sldMk cId="484158358" sldId="258"/>
            <ac:spMk id="3" creationId="{D9848E3D-805C-C197-226D-B06222950A04}"/>
          </ac:spMkLst>
        </pc:spChg>
      </pc:sldChg>
      <pc:sldChg chg="modSp mod">
        <pc:chgData name="dhanya shiri" userId="ef03db5fc89c6bde" providerId="LiveId" clId="{FBACC961-2C80-4D41-BA38-A7B5B66CF518}" dt="2026-02-18T16:46:55.414" v="1878" actId="20577"/>
        <pc:sldMkLst>
          <pc:docMk/>
          <pc:sldMk cId="4216626431" sldId="259"/>
        </pc:sldMkLst>
        <pc:spChg chg="mod">
          <ac:chgData name="dhanya shiri" userId="ef03db5fc89c6bde" providerId="LiveId" clId="{FBACC961-2C80-4D41-BA38-A7B5B66CF518}" dt="2026-02-18T15:00:51.517" v="713" actId="14100"/>
          <ac:spMkLst>
            <pc:docMk/>
            <pc:sldMk cId="4216626431" sldId="259"/>
            <ac:spMk id="2" creationId="{6234671C-8FF7-04B3-D59B-D30CD566EB77}"/>
          </ac:spMkLst>
        </pc:spChg>
        <pc:spChg chg="mod">
          <ac:chgData name="dhanya shiri" userId="ef03db5fc89c6bde" providerId="LiveId" clId="{FBACC961-2C80-4D41-BA38-A7B5B66CF518}" dt="2026-02-18T16:46:55.414" v="1878" actId="20577"/>
          <ac:spMkLst>
            <pc:docMk/>
            <pc:sldMk cId="4216626431" sldId="259"/>
            <ac:spMk id="3" creationId="{8AC4C216-DD52-A82F-D4C4-E434AFF315E9}"/>
          </ac:spMkLst>
        </pc:spChg>
      </pc:sldChg>
      <pc:sldChg chg="modSp mod">
        <pc:chgData name="dhanya shiri" userId="ef03db5fc89c6bde" providerId="LiveId" clId="{FBACC961-2C80-4D41-BA38-A7B5B66CF518}" dt="2026-02-18T16:55:46.010" v="2022" actId="122"/>
        <pc:sldMkLst>
          <pc:docMk/>
          <pc:sldMk cId="2090225425" sldId="260"/>
        </pc:sldMkLst>
        <pc:spChg chg="mod">
          <ac:chgData name="dhanya shiri" userId="ef03db5fc89c6bde" providerId="LiveId" clId="{FBACC961-2C80-4D41-BA38-A7B5B66CF518}" dt="2026-02-18T16:55:46.010" v="2022" actId="122"/>
          <ac:spMkLst>
            <pc:docMk/>
            <pc:sldMk cId="2090225425" sldId="260"/>
            <ac:spMk id="2" creationId="{706E0914-5C57-34D0-CB4A-A5D4D96ACB33}"/>
          </ac:spMkLst>
        </pc:spChg>
        <pc:spChg chg="mod">
          <ac:chgData name="dhanya shiri" userId="ef03db5fc89c6bde" providerId="LiveId" clId="{FBACC961-2C80-4D41-BA38-A7B5B66CF518}" dt="2026-02-18T15:17:28.556" v="1134" actId="20577"/>
          <ac:spMkLst>
            <pc:docMk/>
            <pc:sldMk cId="2090225425" sldId="260"/>
            <ac:spMk id="3" creationId="{53927E26-FA40-E128-46B8-DD12B349FE69}"/>
          </ac:spMkLst>
        </pc:spChg>
      </pc:sldChg>
      <pc:sldChg chg="addSp delSp modSp mod ord chgLayout">
        <pc:chgData name="dhanya shiri" userId="ef03db5fc89c6bde" providerId="LiveId" clId="{FBACC961-2C80-4D41-BA38-A7B5B66CF518}" dt="2026-02-18T15:36:47.453" v="1150" actId="14100"/>
        <pc:sldMkLst>
          <pc:docMk/>
          <pc:sldMk cId="3630542337" sldId="261"/>
        </pc:sldMkLst>
        <pc:spChg chg="del">
          <ac:chgData name="dhanya shiri" userId="ef03db5fc89c6bde" providerId="LiveId" clId="{FBACC961-2C80-4D41-BA38-A7B5B66CF518}" dt="2026-02-18T15:34:32.886" v="1135" actId="700"/>
          <ac:spMkLst>
            <pc:docMk/>
            <pc:sldMk cId="3630542337" sldId="261"/>
            <ac:spMk id="2" creationId="{6B4A13E7-C5C4-E26F-61A3-6222017C7083}"/>
          </ac:spMkLst>
        </pc:spChg>
        <pc:spChg chg="del">
          <ac:chgData name="dhanya shiri" userId="ef03db5fc89c6bde" providerId="LiveId" clId="{FBACC961-2C80-4D41-BA38-A7B5B66CF518}" dt="2026-02-18T15:34:32.886" v="1135" actId="700"/>
          <ac:spMkLst>
            <pc:docMk/>
            <pc:sldMk cId="3630542337" sldId="261"/>
            <ac:spMk id="3" creationId="{B37E546A-1CEB-4877-1F6E-9B2D734A523D}"/>
          </ac:spMkLst>
        </pc:spChg>
        <pc:spChg chg="add mod ord">
          <ac:chgData name="dhanya shiri" userId="ef03db5fc89c6bde" providerId="LiveId" clId="{FBACC961-2C80-4D41-BA38-A7B5B66CF518}" dt="2026-02-18T15:34:32.886" v="1135" actId="700"/>
          <ac:spMkLst>
            <pc:docMk/>
            <pc:sldMk cId="3630542337" sldId="261"/>
            <ac:spMk id="4" creationId="{EB7E74F1-7B2D-86AC-8B0A-800EB0C31A41}"/>
          </ac:spMkLst>
        </pc:spChg>
        <pc:spChg chg="add del mod ord">
          <ac:chgData name="dhanya shiri" userId="ef03db5fc89c6bde" providerId="LiveId" clId="{FBACC961-2C80-4D41-BA38-A7B5B66CF518}" dt="2026-02-18T15:34:57.727" v="1136" actId="931"/>
          <ac:spMkLst>
            <pc:docMk/>
            <pc:sldMk cId="3630542337" sldId="261"/>
            <ac:spMk id="5" creationId="{5C2601DD-0690-C374-04F9-78B51850041D}"/>
          </ac:spMkLst>
        </pc:spChg>
        <pc:picChg chg="add mod ord modCrop">
          <ac:chgData name="dhanya shiri" userId="ef03db5fc89c6bde" providerId="LiveId" clId="{FBACC961-2C80-4D41-BA38-A7B5B66CF518}" dt="2026-02-18T15:36:47.453" v="1150" actId="14100"/>
          <ac:picMkLst>
            <pc:docMk/>
            <pc:sldMk cId="3630542337" sldId="261"/>
            <ac:picMk id="7" creationId="{3B1B5E43-C67D-4EDD-BCCD-7230EA1326F2}"/>
          </ac:picMkLst>
        </pc:picChg>
      </pc:sldChg>
      <pc:sldChg chg="addSp delSp modSp mod ord">
        <pc:chgData name="dhanya shiri" userId="ef03db5fc89c6bde" providerId="LiveId" clId="{FBACC961-2C80-4D41-BA38-A7B5B66CF518}" dt="2026-02-18T15:42:37.330" v="1182"/>
        <pc:sldMkLst>
          <pc:docMk/>
          <pc:sldMk cId="3003301228" sldId="262"/>
        </pc:sldMkLst>
        <pc:spChg chg="del">
          <ac:chgData name="dhanya shiri" userId="ef03db5fc89c6bde" providerId="LiveId" clId="{FBACC961-2C80-4D41-BA38-A7B5B66CF518}" dt="2026-02-18T15:38:04.258" v="1151" actId="931"/>
          <ac:spMkLst>
            <pc:docMk/>
            <pc:sldMk cId="3003301228" sldId="262"/>
            <ac:spMk id="3" creationId="{B8FCBFCF-96B8-4ADD-4525-30157DE8D2C1}"/>
          </ac:spMkLst>
        </pc:spChg>
        <pc:picChg chg="add mod ord modCrop">
          <ac:chgData name="dhanya shiri" userId="ef03db5fc89c6bde" providerId="LiveId" clId="{FBACC961-2C80-4D41-BA38-A7B5B66CF518}" dt="2026-02-18T15:40:19.008" v="1164" actId="14100"/>
          <ac:picMkLst>
            <pc:docMk/>
            <pc:sldMk cId="3003301228" sldId="262"/>
            <ac:picMk id="5" creationId="{843051F0-505A-D9C4-974E-6D4F0513200C}"/>
          </ac:picMkLst>
        </pc:picChg>
      </pc:sldChg>
      <pc:sldChg chg="addSp delSp modSp mod ord">
        <pc:chgData name="dhanya shiri" userId="ef03db5fc89c6bde" providerId="LiveId" clId="{FBACC961-2C80-4D41-BA38-A7B5B66CF518}" dt="2026-02-18T15:42:55.849" v="1184"/>
        <pc:sldMkLst>
          <pc:docMk/>
          <pc:sldMk cId="180934612" sldId="263"/>
        </pc:sldMkLst>
        <pc:spChg chg="del">
          <ac:chgData name="dhanya shiri" userId="ef03db5fc89c6bde" providerId="LiveId" clId="{FBACC961-2C80-4D41-BA38-A7B5B66CF518}" dt="2026-02-18T15:41:01.469" v="1167" actId="931"/>
          <ac:spMkLst>
            <pc:docMk/>
            <pc:sldMk cId="180934612" sldId="263"/>
            <ac:spMk id="3" creationId="{4E74C495-AED2-AF45-1268-BBD250E30E12}"/>
          </ac:spMkLst>
        </pc:spChg>
        <pc:picChg chg="add mod ord modCrop">
          <ac:chgData name="dhanya shiri" userId="ef03db5fc89c6bde" providerId="LiveId" clId="{FBACC961-2C80-4D41-BA38-A7B5B66CF518}" dt="2026-02-18T15:41:44.706" v="1176" actId="1076"/>
          <ac:picMkLst>
            <pc:docMk/>
            <pc:sldMk cId="180934612" sldId="263"/>
            <ac:picMk id="5" creationId="{3BDFFAF7-C141-448A-DA0C-24F833997B70}"/>
          </ac:picMkLst>
        </pc:picChg>
      </pc:sldChg>
      <pc:sldChg chg="addSp delSp modSp mod">
        <pc:chgData name="dhanya shiri" userId="ef03db5fc89c6bde" providerId="LiveId" clId="{FBACC961-2C80-4D41-BA38-A7B5B66CF518}" dt="2026-02-18T16:55:39.508" v="2021" actId="122"/>
        <pc:sldMkLst>
          <pc:docMk/>
          <pc:sldMk cId="1346540114" sldId="264"/>
        </pc:sldMkLst>
        <pc:spChg chg="mod">
          <ac:chgData name="dhanya shiri" userId="ef03db5fc89c6bde" providerId="LiveId" clId="{FBACC961-2C80-4D41-BA38-A7B5B66CF518}" dt="2026-02-18T16:55:39.508" v="2021" actId="122"/>
          <ac:spMkLst>
            <pc:docMk/>
            <pc:sldMk cId="1346540114" sldId="264"/>
            <ac:spMk id="2" creationId="{B563D66B-CACC-11BA-4078-BF220C994914}"/>
          </ac:spMkLst>
        </pc:spChg>
        <pc:spChg chg="del mod">
          <ac:chgData name="dhanya shiri" userId="ef03db5fc89c6bde" providerId="LiveId" clId="{FBACC961-2C80-4D41-BA38-A7B5B66CF518}" dt="2026-02-18T15:44:20.328" v="1209" actId="931"/>
          <ac:spMkLst>
            <pc:docMk/>
            <pc:sldMk cId="1346540114" sldId="264"/>
            <ac:spMk id="3" creationId="{F7554756-EFF6-BC18-E053-6FB20FB7949F}"/>
          </ac:spMkLst>
        </pc:spChg>
        <pc:picChg chg="add mod ord modCrop">
          <ac:chgData name="dhanya shiri" userId="ef03db5fc89c6bde" providerId="LiveId" clId="{FBACC961-2C80-4D41-BA38-A7B5B66CF518}" dt="2026-02-18T15:45:46.983" v="1218" actId="14861"/>
          <ac:picMkLst>
            <pc:docMk/>
            <pc:sldMk cId="1346540114" sldId="264"/>
            <ac:picMk id="5" creationId="{FA8E6919-A29A-DF76-AFCB-E711B68631D2}"/>
          </ac:picMkLst>
        </pc:picChg>
      </pc:sldChg>
      <pc:sldChg chg="addSp delSp modSp mod">
        <pc:chgData name="dhanya shiri" userId="ef03db5fc89c6bde" providerId="LiveId" clId="{FBACC961-2C80-4D41-BA38-A7B5B66CF518}" dt="2026-02-18T16:55:34.763" v="2020" actId="122"/>
        <pc:sldMkLst>
          <pc:docMk/>
          <pc:sldMk cId="1936525448" sldId="265"/>
        </pc:sldMkLst>
        <pc:spChg chg="mod">
          <ac:chgData name="dhanya shiri" userId="ef03db5fc89c6bde" providerId="LiveId" clId="{FBACC961-2C80-4D41-BA38-A7B5B66CF518}" dt="2026-02-18T16:55:34.763" v="2020" actId="122"/>
          <ac:spMkLst>
            <pc:docMk/>
            <pc:sldMk cId="1936525448" sldId="265"/>
            <ac:spMk id="2" creationId="{4D7E1C1D-C5F5-0240-2237-12EE5658A490}"/>
          </ac:spMkLst>
        </pc:spChg>
        <pc:spChg chg="del mod">
          <ac:chgData name="dhanya shiri" userId="ef03db5fc89c6bde" providerId="LiveId" clId="{FBACC961-2C80-4D41-BA38-A7B5B66CF518}" dt="2026-02-18T15:47:22.038" v="1251" actId="931"/>
          <ac:spMkLst>
            <pc:docMk/>
            <pc:sldMk cId="1936525448" sldId="265"/>
            <ac:spMk id="3" creationId="{139AC1BF-A264-BD60-2956-1CEEF6D9062F}"/>
          </ac:spMkLst>
        </pc:spChg>
        <pc:picChg chg="add mod ord modCrop">
          <ac:chgData name="dhanya shiri" userId="ef03db5fc89c6bde" providerId="LiveId" clId="{FBACC961-2C80-4D41-BA38-A7B5B66CF518}" dt="2026-02-18T15:47:54.282" v="1255" actId="14100"/>
          <ac:picMkLst>
            <pc:docMk/>
            <pc:sldMk cId="1936525448" sldId="265"/>
            <ac:picMk id="5" creationId="{26FD9B33-3D60-7823-7FEE-536BC5F3B40B}"/>
          </ac:picMkLst>
        </pc:picChg>
      </pc:sldChg>
      <pc:sldChg chg="addSp delSp modSp mod ord">
        <pc:chgData name="dhanya shiri" userId="ef03db5fc89c6bde" providerId="LiveId" clId="{FBACC961-2C80-4D41-BA38-A7B5B66CF518}" dt="2026-02-18T16:55:58.085" v="2024" actId="122"/>
        <pc:sldMkLst>
          <pc:docMk/>
          <pc:sldMk cId="2414329711" sldId="266"/>
        </pc:sldMkLst>
        <pc:spChg chg="mod">
          <ac:chgData name="dhanya shiri" userId="ef03db5fc89c6bde" providerId="LiveId" clId="{FBACC961-2C80-4D41-BA38-A7B5B66CF518}" dt="2026-02-18T16:55:58.085" v="2024" actId="122"/>
          <ac:spMkLst>
            <pc:docMk/>
            <pc:sldMk cId="2414329711" sldId="266"/>
            <ac:spMk id="2" creationId="{4EC6994F-132A-AFC6-2F7C-2903B452489C}"/>
          </ac:spMkLst>
        </pc:spChg>
        <pc:spChg chg="add del mod">
          <ac:chgData name="dhanya shiri" userId="ef03db5fc89c6bde" providerId="LiveId" clId="{FBACC961-2C80-4D41-BA38-A7B5B66CF518}" dt="2026-02-18T16:54:32.929" v="2012" actId="12"/>
          <ac:spMkLst>
            <pc:docMk/>
            <pc:sldMk cId="2414329711" sldId="266"/>
            <ac:spMk id="3" creationId="{2AB4A756-52C0-DDD0-70CC-B706EBB04AB2}"/>
          </ac:spMkLst>
        </pc:spChg>
        <pc:graphicFrameChg chg="add mod">
          <ac:chgData name="dhanya shiri" userId="ef03db5fc89c6bde" providerId="LiveId" clId="{FBACC961-2C80-4D41-BA38-A7B5B66CF518}" dt="2026-02-18T14:31:08.838" v="278" actId="12084"/>
          <ac:graphicFrameMkLst>
            <pc:docMk/>
            <pc:sldMk cId="2414329711" sldId="266"/>
            <ac:graphicFrameMk id="4" creationId="{5A0FDB71-95D2-4E27-FC43-A469A43E81EC}"/>
          </ac:graphicFrameMkLst>
        </pc:graphicFrameChg>
      </pc:sldChg>
      <pc:sldChg chg="modSp new mod">
        <pc:chgData name="dhanya shiri" userId="ef03db5fc89c6bde" providerId="LiveId" clId="{FBACC961-2C80-4D41-BA38-A7B5B66CF518}" dt="2026-02-18T16:54:59.866" v="2013" actId="122"/>
        <pc:sldMkLst>
          <pc:docMk/>
          <pc:sldMk cId="1119525791" sldId="267"/>
        </pc:sldMkLst>
        <pc:spChg chg="mod">
          <ac:chgData name="dhanya shiri" userId="ef03db5fc89c6bde" providerId="LiveId" clId="{FBACC961-2C80-4D41-BA38-A7B5B66CF518}" dt="2026-02-18T16:54:59.866" v="2013" actId="122"/>
          <ac:spMkLst>
            <pc:docMk/>
            <pc:sldMk cId="1119525791" sldId="267"/>
            <ac:spMk id="2" creationId="{CE46B962-D175-EFA1-2BB9-EF2FAD99AADB}"/>
          </ac:spMkLst>
        </pc:spChg>
        <pc:spChg chg="mod">
          <ac:chgData name="dhanya shiri" userId="ef03db5fc89c6bde" providerId="LiveId" clId="{FBACC961-2C80-4D41-BA38-A7B5B66CF518}" dt="2026-02-18T16:52:08.541" v="1988" actId="27636"/>
          <ac:spMkLst>
            <pc:docMk/>
            <pc:sldMk cId="1119525791" sldId="267"/>
            <ac:spMk id="3" creationId="{F2869192-B55E-FE54-EF09-7DAE53B22FA1}"/>
          </ac:spMkLst>
        </pc:spChg>
      </pc:sldChg>
      <pc:sldChg chg="addSp delSp modSp new mod">
        <pc:chgData name="dhanya shiri" userId="ef03db5fc89c6bde" providerId="LiveId" clId="{FBACC961-2C80-4D41-BA38-A7B5B66CF518}" dt="2026-02-18T16:55:03.947" v="2014" actId="122"/>
        <pc:sldMkLst>
          <pc:docMk/>
          <pc:sldMk cId="1226006139" sldId="268"/>
        </pc:sldMkLst>
        <pc:spChg chg="mod">
          <ac:chgData name="dhanya shiri" userId="ef03db5fc89c6bde" providerId="LiveId" clId="{FBACC961-2C80-4D41-BA38-A7B5B66CF518}" dt="2026-02-18T16:55:03.947" v="2014" actId="122"/>
          <ac:spMkLst>
            <pc:docMk/>
            <pc:sldMk cId="1226006139" sldId="268"/>
            <ac:spMk id="2" creationId="{9C688D18-6980-11F3-D0C9-FD602EA74724}"/>
          </ac:spMkLst>
        </pc:spChg>
        <pc:spChg chg="del mod">
          <ac:chgData name="dhanya shiri" userId="ef03db5fc89c6bde" providerId="LiveId" clId="{FBACC961-2C80-4D41-BA38-A7B5B66CF518}" dt="2026-02-18T16:29:05.346" v="1583" actId="931"/>
          <ac:spMkLst>
            <pc:docMk/>
            <pc:sldMk cId="1226006139" sldId="268"/>
            <ac:spMk id="3" creationId="{9B204498-C17C-5F59-A46D-DFC3C48E5396}"/>
          </ac:spMkLst>
        </pc:spChg>
        <pc:picChg chg="add mod ord modCrop">
          <ac:chgData name="dhanya shiri" userId="ef03db5fc89c6bde" providerId="LiveId" clId="{FBACC961-2C80-4D41-BA38-A7B5B66CF518}" dt="2026-02-18T16:29:30.546" v="1588" actId="14100"/>
          <ac:picMkLst>
            <pc:docMk/>
            <pc:sldMk cId="1226006139" sldId="268"/>
            <ac:picMk id="5" creationId="{C10917DF-2294-8B13-B450-0F79B79AC725}"/>
          </ac:picMkLst>
        </pc:picChg>
      </pc:sldChg>
      <pc:sldChg chg="addSp delSp modSp new mod">
        <pc:chgData name="dhanya shiri" userId="ef03db5fc89c6bde" providerId="LiveId" clId="{FBACC961-2C80-4D41-BA38-A7B5B66CF518}" dt="2026-02-18T16:55:29.597" v="2019" actId="122"/>
        <pc:sldMkLst>
          <pc:docMk/>
          <pc:sldMk cId="2435228714" sldId="269"/>
        </pc:sldMkLst>
        <pc:spChg chg="mod">
          <ac:chgData name="dhanya shiri" userId="ef03db5fc89c6bde" providerId="LiveId" clId="{FBACC961-2C80-4D41-BA38-A7B5B66CF518}" dt="2026-02-18T16:55:29.597" v="2019" actId="122"/>
          <ac:spMkLst>
            <pc:docMk/>
            <pc:sldMk cId="2435228714" sldId="269"/>
            <ac:spMk id="2" creationId="{91BE455A-569B-48A4-4E99-1DD0225DB8A3}"/>
          </ac:spMkLst>
        </pc:spChg>
        <pc:spChg chg="del">
          <ac:chgData name="dhanya shiri" userId="ef03db5fc89c6bde" providerId="LiveId" clId="{FBACC961-2C80-4D41-BA38-A7B5B66CF518}" dt="2026-02-18T16:29:50.508" v="1589" actId="931"/>
          <ac:spMkLst>
            <pc:docMk/>
            <pc:sldMk cId="2435228714" sldId="269"/>
            <ac:spMk id="3" creationId="{9DAC2429-017A-E62F-D4B5-7B8F120E6088}"/>
          </ac:spMkLst>
        </pc:spChg>
        <pc:picChg chg="add mod ord">
          <ac:chgData name="dhanya shiri" userId="ef03db5fc89c6bde" providerId="LiveId" clId="{FBACC961-2C80-4D41-BA38-A7B5B66CF518}" dt="2026-02-18T16:30:35.658" v="1628" actId="14100"/>
          <ac:picMkLst>
            <pc:docMk/>
            <pc:sldMk cId="2435228714" sldId="269"/>
            <ac:picMk id="5" creationId="{3E91C8FE-38CE-256F-5909-CFEF6B34E6E9}"/>
          </ac:picMkLst>
        </pc:picChg>
      </pc:sldChg>
      <pc:sldChg chg="addSp delSp modSp new mod">
        <pc:chgData name="dhanya shiri" userId="ef03db5fc89c6bde" providerId="LiveId" clId="{FBACC961-2C80-4D41-BA38-A7B5B66CF518}" dt="2026-02-18T16:55:08.675" v="2015" actId="122"/>
        <pc:sldMkLst>
          <pc:docMk/>
          <pc:sldMk cId="2747673977" sldId="270"/>
        </pc:sldMkLst>
        <pc:spChg chg="mod">
          <ac:chgData name="dhanya shiri" userId="ef03db5fc89c6bde" providerId="LiveId" clId="{FBACC961-2C80-4D41-BA38-A7B5B66CF518}" dt="2026-02-18T16:55:08.675" v="2015" actId="122"/>
          <ac:spMkLst>
            <pc:docMk/>
            <pc:sldMk cId="2747673977" sldId="270"/>
            <ac:spMk id="2" creationId="{7509DB93-B0D0-1BF7-FFD3-8B05EDAACCE6}"/>
          </ac:spMkLst>
        </pc:spChg>
        <pc:spChg chg="del">
          <ac:chgData name="dhanya shiri" userId="ef03db5fc89c6bde" providerId="LiveId" clId="{FBACC961-2C80-4D41-BA38-A7B5B66CF518}" dt="2026-02-18T16:31:09.775" v="1630" actId="931"/>
          <ac:spMkLst>
            <pc:docMk/>
            <pc:sldMk cId="2747673977" sldId="270"/>
            <ac:spMk id="3" creationId="{CBFA9F48-4D6A-0635-7D01-5126D8A76EFE}"/>
          </ac:spMkLst>
        </pc:spChg>
        <pc:picChg chg="add mod ord">
          <ac:chgData name="dhanya shiri" userId="ef03db5fc89c6bde" providerId="LiveId" clId="{FBACC961-2C80-4D41-BA38-A7B5B66CF518}" dt="2026-02-18T16:31:31.431" v="1653" actId="1076"/>
          <ac:picMkLst>
            <pc:docMk/>
            <pc:sldMk cId="2747673977" sldId="270"/>
            <ac:picMk id="5" creationId="{6F0C1D85-B560-EA4A-3E5A-379C0645B57B}"/>
          </ac:picMkLst>
        </pc:picChg>
        <pc:picChg chg="add mod">
          <ac:chgData name="dhanya shiri" userId="ef03db5fc89c6bde" providerId="LiveId" clId="{FBACC961-2C80-4D41-BA38-A7B5B66CF518}" dt="2026-02-18T16:33:23.602" v="1660" actId="14100"/>
          <ac:picMkLst>
            <pc:docMk/>
            <pc:sldMk cId="2747673977" sldId="270"/>
            <ac:picMk id="7" creationId="{634B21D3-F00F-8140-71FD-98F8D0E21DDD}"/>
          </ac:picMkLst>
        </pc:picChg>
      </pc:sldChg>
      <pc:sldChg chg="addSp delSp modSp new mod">
        <pc:chgData name="dhanya shiri" userId="ef03db5fc89c6bde" providerId="LiveId" clId="{FBACC961-2C80-4D41-BA38-A7B5B66CF518}" dt="2026-02-18T16:55:23.651" v="2018" actId="122"/>
        <pc:sldMkLst>
          <pc:docMk/>
          <pc:sldMk cId="1941797471" sldId="271"/>
        </pc:sldMkLst>
        <pc:spChg chg="mod">
          <ac:chgData name="dhanya shiri" userId="ef03db5fc89c6bde" providerId="LiveId" clId="{FBACC961-2C80-4D41-BA38-A7B5B66CF518}" dt="2026-02-18T16:55:23.651" v="2018" actId="122"/>
          <ac:spMkLst>
            <pc:docMk/>
            <pc:sldMk cId="1941797471" sldId="271"/>
            <ac:spMk id="2" creationId="{AD4CF227-3E74-38B0-9F05-21043229917F}"/>
          </ac:spMkLst>
        </pc:spChg>
        <pc:spChg chg="del">
          <ac:chgData name="dhanya shiri" userId="ef03db5fc89c6bde" providerId="LiveId" clId="{FBACC961-2C80-4D41-BA38-A7B5B66CF518}" dt="2026-02-18T16:34:01.038" v="1694" actId="931"/>
          <ac:spMkLst>
            <pc:docMk/>
            <pc:sldMk cId="1941797471" sldId="271"/>
            <ac:spMk id="3" creationId="{57223558-EFE6-1C90-F64A-2A52A070DAEF}"/>
          </ac:spMkLst>
        </pc:spChg>
        <pc:picChg chg="add mod ord">
          <ac:chgData name="dhanya shiri" userId="ef03db5fc89c6bde" providerId="LiveId" clId="{FBACC961-2C80-4D41-BA38-A7B5B66CF518}" dt="2026-02-18T16:34:50.423" v="1701" actId="2085"/>
          <ac:picMkLst>
            <pc:docMk/>
            <pc:sldMk cId="1941797471" sldId="271"/>
            <ac:picMk id="5" creationId="{30D7536B-8F7B-F2AF-A0A6-262F340AD202}"/>
          </ac:picMkLst>
        </pc:picChg>
      </pc:sldChg>
      <pc:sldChg chg="addSp delSp modSp new mod">
        <pc:chgData name="dhanya shiri" userId="ef03db5fc89c6bde" providerId="LiveId" clId="{FBACC961-2C80-4D41-BA38-A7B5B66CF518}" dt="2026-02-18T16:55:13.686" v="2016" actId="122"/>
        <pc:sldMkLst>
          <pc:docMk/>
          <pc:sldMk cId="3673877544" sldId="272"/>
        </pc:sldMkLst>
        <pc:spChg chg="mod">
          <ac:chgData name="dhanya shiri" userId="ef03db5fc89c6bde" providerId="LiveId" clId="{FBACC961-2C80-4D41-BA38-A7B5B66CF518}" dt="2026-02-18T16:55:13.686" v="2016" actId="122"/>
          <ac:spMkLst>
            <pc:docMk/>
            <pc:sldMk cId="3673877544" sldId="272"/>
            <ac:spMk id="2" creationId="{67F909C6-2B27-6EA9-558B-84113EA7848C}"/>
          </ac:spMkLst>
        </pc:spChg>
        <pc:spChg chg="del">
          <ac:chgData name="dhanya shiri" userId="ef03db5fc89c6bde" providerId="LiveId" clId="{FBACC961-2C80-4D41-BA38-A7B5B66CF518}" dt="2026-02-18T16:38:22.117" v="1703"/>
          <ac:spMkLst>
            <pc:docMk/>
            <pc:sldMk cId="3673877544" sldId="272"/>
            <ac:spMk id="3" creationId="{DAF0225F-0D3A-40BB-2E86-75353B3BBADE}"/>
          </ac:spMkLst>
        </pc:spChg>
        <pc:graphicFrameChg chg="add mod modGraphic">
          <ac:chgData name="dhanya shiri" userId="ef03db5fc89c6bde" providerId="LiveId" clId="{FBACC961-2C80-4D41-BA38-A7B5B66CF518}" dt="2026-02-18T16:52:23.362" v="1989" actId="255"/>
          <ac:graphicFrameMkLst>
            <pc:docMk/>
            <pc:sldMk cId="3673877544" sldId="272"/>
            <ac:graphicFrameMk id="4" creationId="{7A06D01F-3078-0198-9F88-9E61ABDB71F6}"/>
          </ac:graphicFrameMkLst>
        </pc:graphicFrameChg>
      </pc:sldChg>
      <pc:sldChg chg="addSp delSp modSp new mod">
        <pc:chgData name="dhanya shiri" userId="ef03db5fc89c6bde" providerId="LiveId" clId="{FBACC961-2C80-4D41-BA38-A7B5B66CF518}" dt="2026-02-18T16:55:17.886" v="2017" actId="122"/>
        <pc:sldMkLst>
          <pc:docMk/>
          <pc:sldMk cId="400226771" sldId="273"/>
        </pc:sldMkLst>
        <pc:spChg chg="mod">
          <ac:chgData name="dhanya shiri" userId="ef03db5fc89c6bde" providerId="LiveId" clId="{FBACC961-2C80-4D41-BA38-A7B5B66CF518}" dt="2026-02-18T16:55:17.886" v="2017" actId="122"/>
          <ac:spMkLst>
            <pc:docMk/>
            <pc:sldMk cId="400226771" sldId="273"/>
            <ac:spMk id="2" creationId="{0D5247DD-16B9-3A32-8C8A-074CEC2BFB99}"/>
          </ac:spMkLst>
        </pc:spChg>
        <pc:spChg chg="add del mod">
          <ac:chgData name="dhanya shiri" userId="ef03db5fc89c6bde" providerId="LiveId" clId="{FBACC961-2C80-4D41-BA38-A7B5B66CF518}" dt="2026-02-18T16:41:42.080" v="1766" actId="3680"/>
          <ac:spMkLst>
            <pc:docMk/>
            <pc:sldMk cId="400226771" sldId="273"/>
            <ac:spMk id="3" creationId="{93989022-AFD4-6788-4DA9-A2FCAECC3006}"/>
          </ac:spMkLst>
        </pc:spChg>
        <pc:spChg chg="add del mod">
          <ac:chgData name="dhanya shiri" userId="ef03db5fc89c6bde" providerId="LiveId" clId="{FBACC961-2C80-4D41-BA38-A7B5B66CF518}" dt="2026-02-18T16:42:48.700" v="1778" actId="478"/>
          <ac:spMkLst>
            <pc:docMk/>
            <pc:sldMk cId="400226771" sldId="273"/>
            <ac:spMk id="7" creationId="{BD870C4B-0D17-7933-B289-3AD28B5455C2}"/>
          </ac:spMkLst>
        </pc:spChg>
        <pc:spChg chg="add del mod">
          <ac:chgData name="dhanya shiri" userId="ef03db5fc89c6bde" providerId="LiveId" clId="{FBACC961-2C80-4D41-BA38-A7B5B66CF518}" dt="2026-02-18T16:44:01.425" v="1786" actId="478"/>
          <ac:spMkLst>
            <pc:docMk/>
            <pc:sldMk cId="400226771" sldId="273"/>
            <ac:spMk id="9" creationId="{0138B4E9-8A36-6046-7E87-67BB92B6C324}"/>
          </ac:spMkLst>
        </pc:spChg>
        <pc:graphicFrameChg chg="add del mod ord modGraphic">
          <ac:chgData name="dhanya shiri" userId="ef03db5fc89c6bde" providerId="LiveId" clId="{FBACC961-2C80-4D41-BA38-A7B5B66CF518}" dt="2026-02-18T16:41:36.219" v="1765" actId="3680"/>
          <ac:graphicFrameMkLst>
            <pc:docMk/>
            <pc:sldMk cId="400226771" sldId="273"/>
            <ac:graphicFrameMk id="4" creationId="{23BD6601-36F1-D2B1-5C20-E2EEF9E2691A}"/>
          </ac:graphicFrameMkLst>
        </pc:graphicFrameChg>
        <pc:graphicFrameChg chg="add del mod ord modGraphic">
          <ac:chgData name="dhanya shiri" userId="ef03db5fc89c6bde" providerId="LiveId" clId="{FBACC961-2C80-4D41-BA38-A7B5B66CF518}" dt="2026-02-18T16:45:24.875" v="1796" actId="14734"/>
          <ac:graphicFrameMkLst>
            <pc:docMk/>
            <pc:sldMk cId="400226771" sldId="273"/>
            <ac:graphicFrameMk id="5" creationId="{6986223B-594E-D161-1326-5CFF7C8A543A}"/>
          </ac:graphicFrameMkLst>
        </pc:graphicFrameChg>
      </pc:sldChg>
      <pc:sldChg chg="addSp delSp modSp new mod modClrScheme chgLayout">
        <pc:chgData name="dhanya shiri" userId="ef03db5fc89c6bde" providerId="LiveId" clId="{FBACC961-2C80-4D41-BA38-A7B5B66CF518}" dt="2026-02-18T16:57:36.533" v="2028" actId="255"/>
        <pc:sldMkLst>
          <pc:docMk/>
          <pc:sldMk cId="1620918801" sldId="274"/>
        </pc:sldMkLst>
        <pc:spChg chg="del mod ord">
          <ac:chgData name="dhanya shiri" userId="ef03db5fc89c6bde" providerId="LiveId" clId="{FBACC961-2C80-4D41-BA38-A7B5B66CF518}" dt="2026-02-18T16:52:46.666" v="1991" actId="700"/>
          <ac:spMkLst>
            <pc:docMk/>
            <pc:sldMk cId="1620918801" sldId="274"/>
            <ac:spMk id="2" creationId="{E48B1A15-A2C9-82FE-D0E0-633F781B2239}"/>
          </ac:spMkLst>
        </pc:spChg>
        <pc:spChg chg="del">
          <ac:chgData name="dhanya shiri" userId="ef03db5fc89c6bde" providerId="LiveId" clId="{FBACC961-2C80-4D41-BA38-A7B5B66CF518}" dt="2026-02-18T16:52:46.666" v="1991" actId="700"/>
          <ac:spMkLst>
            <pc:docMk/>
            <pc:sldMk cId="1620918801" sldId="274"/>
            <ac:spMk id="3" creationId="{B5E6F2E7-537D-D470-B8A6-C3BE49E389CC}"/>
          </ac:spMkLst>
        </pc:spChg>
        <pc:spChg chg="add mod ord">
          <ac:chgData name="dhanya shiri" userId="ef03db5fc89c6bde" providerId="LiveId" clId="{FBACC961-2C80-4D41-BA38-A7B5B66CF518}" dt="2026-02-18T16:57:36.533" v="2028" actId="255"/>
          <ac:spMkLst>
            <pc:docMk/>
            <pc:sldMk cId="1620918801" sldId="274"/>
            <ac:spMk id="4" creationId="{82254874-F111-3347-B54A-5456E7D906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EC6B0-1C48-49C7-9BB9-0259404B89A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4FEDC-687C-4DD1-B26E-F03E16A29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90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4FEDC-687C-4DD1-B26E-F03E16A2948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43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3433-5A78-F76A-91B8-6D78AE6E4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/>
              <a:t>8051 Microcontroller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FF6BD-B89E-B3A5-9D98-A808E14CE4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Instruction Set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536590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A383-9CC6-FF94-6A97-85E36BD9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53143"/>
            <a:ext cx="9601200" cy="936171"/>
          </a:xfrm>
        </p:spPr>
        <p:txBody>
          <a:bodyPr/>
          <a:lstStyle/>
          <a:p>
            <a:r>
              <a:rPr lang="en-US" u="sng" dirty="0"/>
              <a:t>Trivia Time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C869-F7F5-DE50-BBBB-ABC7A4CB7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26771"/>
            <a:ext cx="9601200" cy="412568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Definition of instruction set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How does an instruction format looks?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What is operands?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What is an Opcode field?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Key point: </a:t>
            </a:r>
            <a:r>
              <a:rPr lang="en-US" sz="3200" dirty="0"/>
              <a:t>All the units communicate through an 8-bit internal data bus</a:t>
            </a:r>
          </a:p>
        </p:txBody>
      </p:sp>
    </p:spTree>
    <p:extLst>
      <p:ext uri="{BB962C8B-B14F-4D97-AF65-F5344CB8AC3E}">
        <p14:creationId xmlns:p14="http://schemas.microsoft.com/office/powerpoint/2010/main" val="408927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D2771-4789-05E5-6AB7-F87379B5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994F-132A-AFC6-2F7C-2903B452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Instruction Set of 8051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4A756-52C0-DDD0-70CC-B706EBB04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87287"/>
            <a:ext cx="9601200" cy="4288970"/>
          </a:xfrm>
        </p:spPr>
        <p:txBody>
          <a:bodyPr>
            <a:normAutofit/>
          </a:bodyPr>
          <a:lstStyle/>
          <a:p>
            <a:r>
              <a:rPr lang="en-US" sz="2800" dirty="0"/>
              <a:t>The instructions supported by 8051 can be classified into different types depending upon the operation it performs.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Data transfer instruction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Arithmetic </a:t>
            </a:r>
            <a:r>
              <a:rPr lang="en-US" sz="2800" dirty="0"/>
              <a:t>instruction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Logical instruction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Bit level logical </a:t>
            </a:r>
            <a:r>
              <a:rPr lang="en-US" sz="2800" dirty="0"/>
              <a:t>instruction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Rotate and swap instruction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Branching instruction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1432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2ED3-1E2E-BAA2-E688-AB896641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686" y="511629"/>
            <a:ext cx="9601200" cy="816429"/>
          </a:xfrm>
        </p:spPr>
        <p:txBody>
          <a:bodyPr/>
          <a:lstStyle/>
          <a:p>
            <a:pPr algn="ctr"/>
            <a:r>
              <a:rPr lang="en-US" dirty="0"/>
              <a:t>Data transfer instructions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48E3D-805C-C197-226D-B06222950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0457"/>
            <a:ext cx="9601200" cy="4865914"/>
          </a:xfrm>
        </p:spPr>
        <p:txBody>
          <a:bodyPr>
            <a:normAutofit/>
          </a:bodyPr>
          <a:lstStyle/>
          <a:p>
            <a:r>
              <a:rPr lang="en-IN" sz="2350" b="1" dirty="0"/>
              <a:t>Operation: </a:t>
            </a:r>
            <a:r>
              <a:rPr lang="en-IN" sz="2350" dirty="0"/>
              <a:t>MOV </a:t>
            </a:r>
          </a:p>
          <a:p>
            <a:pPr marL="0" indent="0">
              <a:buNone/>
            </a:pPr>
            <a:r>
              <a:rPr lang="en-IN" sz="2350" b="1" dirty="0"/>
              <a:t>       Syntax: </a:t>
            </a:r>
            <a:r>
              <a:rPr lang="en-IN" sz="2350" dirty="0"/>
              <a:t>MOV destination, source</a:t>
            </a:r>
          </a:p>
          <a:p>
            <a:r>
              <a:rPr lang="en-US" sz="2350" b="1" dirty="0"/>
              <a:t>Operation: </a:t>
            </a:r>
            <a:r>
              <a:rPr lang="en-US" sz="2350" dirty="0"/>
              <a:t>MOVC </a:t>
            </a:r>
          </a:p>
          <a:p>
            <a:pPr marL="0" indent="0">
              <a:buNone/>
            </a:pPr>
            <a:r>
              <a:rPr lang="en-US" sz="2350" dirty="0"/>
              <a:t>       </a:t>
            </a:r>
            <a:r>
              <a:rPr lang="en-US" sz="2350" b="1" dirty="0"/>
              <a:t>Function:</a:t>
            </a:r>
            <a:r>
              <a:rPr lang="en-US" sz="2350" dirty="0"/>
              <a:t> Move Code Byte to Accumulator </a:t>
            </a:r>
          </a:p>
          <a:p>
            <a:pPr marL="0" indent="0">
              <a:buNone/>
            </a:pPr>
            <a:r>
              <a:rPr lang="en-US" sz="2350" dirty="0"/>
              <a:t>       </a:t>
            </a:r>
            <a:r>
              <a:rPr lang="en-US" sz="2350" b="1" dirty="0"/>
              <a:t>Syntax: </a:t>
            </a:r>
            <a:r>
              <a:rPr lang="en-US" sz="2350" dirty="0"/>
              <a:t>MOVC A,@</a:t>
            </a:r>
            <a:r>
              <a:rPr lang="en-US" sz="2350" dirty="0" err="1"/>
              <a:t>A+register</a:t>
            </a:r>
            <a:endParaRPr lang="en-US" sz="2350" dirty="0"/>
          </a:p>
          <a:p>
            <a:r>
              <a:rPr lang="en-US" sz="2350" b="1" dirty="0"/>
              <a:t>Operation:</a:t>
            </a:r>
            <a:r>
              <a:rPr lang="en-US" sz="2350" dirty="0"/>
              <a:t> MOVX </a:t>
            </a:r>
          </a:p>
          <a:p>
            <a:pPr marL="0" indent="0">
              <a:buNone/>
            </a:pPr>
            <a:r>
              <a:rPr lang="en-US" sz="2350" dirty="0"/>
              <a:t>       </a:t>
            </a:r>
            <a:r>
              <a:rPr lang="en-US" sz="2350" b="1" dirty="0"/>
              <a:t>Function: </a:t>
            </a:r>
            <a:r>
              <a:rPr lang="en-US" sz="2350" dirty="0"/>
              <a:t>Move Data To/From External Memory (XRAM) </a:t>
            </a:r>
          </a:p>
          <a:p>
            <a:pPr marL="0" indent="0">
              <a:buNone/>
            </a:pPr>
            <a:r>
              <a:rPr lang="en-US" sz="2350" b="1" dirty="0"/>
              <a:t>        SYNTAX: </a:t>
            </a:r>
            <a:r>
              <a:rPr lang="en-US" sz="2350" dirty="0"/>
              <a:t>MOVX operand1,operand2 </a:t>
            </a:r>
          </a:p>
          <a:p>
            <a:pPr marL="0" indent="0">
              <a:buNone/>
            </a:pPr>
            <a:r>
              <a:rPr lang="en-US" sz="2350" dirty="0"/>
              <a:t>      </a:t>
            </a:r>
            <a:r>
              <a:rPr lang="en-US" sz="2350" b="1" dirty="0"/>
              <a:t>Description:</a:t>
            </a:r>
            <a:r>
              <a:rPr lang="en-US" sz="2350" dirty="0"/>
              <a:t> MOVX moves a byte to or from External Memory into or from the Accumulator. </a:t>
            </a:r>
            <a:endParaRPr lang="en-IN" sz="2350" dirty="0"/>
          </a:p>
        </p:txBody>
      </p:sp>
    </p:spTree>
    <p:extLst>
      <p:ext uri="{BB962C8B-B14F-4D97-AF65-F5344CB8AC3E}">
        <p14:creationId xmlns:p14="http://schemas.microsoft.com/office/powerpoint/2010/main" val="48415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7E74F1-7B2D-86AC-8B0A-800EB0C31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1B5E43-C67D-4EDD-BCCD-7230EA132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5727" r="36401" b="2864"/>
          <a:stretch>
            <a:fillRect/>
          </a:stretch>
        </p:blipFill>
        <p:spPr>
          <a:xfrm rot="16200000">
            <a:off x="3624947" y="-1567547"/>
            <a:ext cx="5094510" cy="960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42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671C-8FF7-04B3-D59B-D30CD566E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371600" y="500743"/>
            <a:ext cx="9601200" cy="18505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4C216-DD52-A82F-D4C4-E434AFF31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66700"/>
            <a:ext cx="9601200" cy="6324600"/>
          </a:xfrm>
        </p:spPr>
        <p:txBody>
          <a:bodyPr>
            <a:normAutofit/>
          </a:bodyPr>
          <a:lstStyle/>
          <a:p>
            <a:r>
              <a:rPr lang="en-US" sz="2100" b="1" dirty="0"/>
              <a:t>Operation: </a:t>
            </a:r>
            <a:r>
              <a:rPr lang="en-US" sz="2100" dirty="0"/>
              <a:t>SWAP </a:t>
            </a:r>
          </a:p>
          <a:p>
            <a:pPr marL="0" indent="0">
              <a:buNone/>
            </a:pPr>
            <a:r>
              <a:rPr lang="en-US" sz="2100" b="1" dirty="0"/>
              <a:t>     Function</a:t>
            </a:r>
            <a:r>
              <a:rPr lang="en-US" sz="2100" dirty="0"/>
              <a:t>: Swap Accumulator Nibbles </a:t>
            </a:r>
          </a:p>
          <a:p>
            <a:pPr marL="0" indent="0">
              <a:buNone/>
            </a:pPr>
            <a:r>
              <a:rPr lang="en-US" sz="2100" dirty="0"/>
              <a:t>     </a:t>
            </a:r>
            <a:r>
              <a:rPr lang="en-US" sz="2100" b="1" dirty="0"/>
              <a:t>Syntax: </a:t>
            </a:r>
            <a:r>
              <a:rPr lang="en-US" sz="2100" dirty="0"/>
              <a:t>SWAP A </a:t>
            </a:r>
          </a:p>
          <a:p>
            <a:pPr marL="0" indent="0">
              <a:buNone/>
            </a:pPr>
            <a:r>
              <a:rPr lang="en-US" sz="2100" dirty="0"/>
              <a:t>     </a:t>
            </a:r>
            <a:r>
              <a:rPr lang="en-US" sz="2100" b="1" dirty="0"/>
              <a:t>Description: </a:t>
            </a:r>
            <a:r>
              <a:rPr lang="en-US" sz="2100" dirty="0"/>
              <a:t>SWAP swaps bits 0-3 of the Accumulator with bits 4-7 of the Accumulator. This instruction is identical to executing "RR A" or "RL A" four times.</a:t>
            </a:r>
          </a:p>
          <a:p>
            <a:r>
              <a:rPr lang="en-US" sz="2100" b="1" dirty="0"/>
              <a:t> Operation: </a:t>
            </a:r>
            <a:r>
              <a:rPr lang="en-US" sz="2100" dirty="0"/>
              <a:t>XCH </a:t>
            </a:r>
          </a:p>
          <a:p>
            <a:pPr marL="0" indent="0">
              <a:buNone/>
            </a:pPr>
            <a:r>
              <a:rPr lang="en-US" sz="2100" b="1" dirty="0"/>
              <a:t>       Function: </a:t>
            </a:r>
            <a:r>
              <a:rPr lang="en-US" sz="2100" dirty="0"/>
              <a:t>Exchange Bytes </a:t>
            </a:r>
          </a:p>
          <a:p>
            <a:pPr marL="0" indent="0">
              <a:buNone/>
            </a:pPr>
            <a:r>
              <a:rPr lang="en-US" sz="2100" b="1" dirty="0"/>
              <a:t>       Syntax: </a:t>
            </a:r>
            <a:r>
              <a:rPr lang="en-US" sz="2100" dirty="0"/>
              <a:t>XCH </a:t>
            </a:r>
            <a:r>
              <a:rPr lang="en-US" sz="2100" dirty="0" err="1"/>
              <a:t>A,register</a:t>
            </a:r>
            <a:r>
              <a:rPr lang="en-US" sz="2100" dirty="0"/>
              <a:t> </a:t>
            </a:r>
          </a:p>
          <a:p>
            <a:pPr marL="0" indent="0">
              <a:buNone/>
            </a:pPr>
            <a:r>
              <a:rPr lang="en-US" sz="2100" b="1" dirty="0"/>
              <a:t>       Description: </a:t>
            </a:r>
            <a:r>
              <a:rPr lang="en-US" sz="2100" dirty="0"/>
              <a:t>Exchanges the value of the Accumulator with the value contained  in register. Ex: XCH A, R1 </a:t>
            </a:r>
          </a:p>
          <a:p>
            <a:r>
              <a:rPr lang="en-US" sz="2100" b="1" dirty="0"/>
              <a:t>Operation: </a:t>
            </a:r>
            <a:r>
              <a:rPr lang="en-US" sz="2100" dirty="0"/>
              <a:t>PUSH     |      POP</a:t>
            </a:r>
          </a:p>
          <a:p>
            <a:pPr marL="0" indent="0">
              <a:buNone/>
            </a:pPr>
            <a:r>
              <a:rPr lang="en-US" sz="2100" b="1" dirty="0"/>
              <a:t>      Function: </a:t>
            </a:r>
            <a:r>
              <a:rPr lang="en-US" sz="2100" dirty="0"/>
              <a:t>Push Value Onto Stack        </a:t>
            </a:r>
          </a:p>
          <a:p>
            <a:pPr marL="0" indent="0">
              <a:buNone/>
            </a:pPr>
            <a:r>
              <a:rPr lang="en-US" sz="2100" dirty="0"/>
              <a:t>      </a:t>
            </a:r>
            <a:r>
              <a:rPr lang="en-US" sz="2100" b="1" dirty="0"/>
              <a:t>Syntax:</a:t>
            </a:r>
            <a:r>
              <a:rPr lang="en-US" sz="2100" dirty="0"/>
              <a:t> PUSH | POP</a:t>
            </a:r>
          </a:p>
          <a:p>
            <a:pPr marL="0" indent="0">
              <a:buNone/>
            </a:pPr>
            <a:r>
              <a:rPr lang="en-US" sz="2100" dirty="0"/>
              <a:t>      </a:t>
            </a:r>
            <a:r>
              <a:rPr lang="en-US" sz="2100" b="1" dirty="0"/>
              <a:t>Description:</a:t>
            </a:r>
            <a:r>
              <a:rPr lang="en-US" sz="2100" dirty="0"/>
              <a:t> PUSH "pushes" the value of the specified </a:t>
            </a:r>
            <a:r>
              <a:rPr lang="en-US" sz="2100" dirty="0" err="1"/>
              <a:t>intRAM</a:t>
            </a:r>
            <a:r>
              <a:rPr lang="en-US" sz="2100" dirty="0"/>
              <a:t> </a:t>
            </a:r>
            <a:r>
              <a:rPr lang="en-US" sz="2100" dirty="0" err="1"/>
              <a:t>addr</a:t>
            </a:r>
            <a:r>
              <a:rPr lang="en-US" sz="2100" dirty="0"/>
              <a:t> onto the stack. 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421662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0914-5C57-34D0-CB4A-A5D4D96A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0"/>
            <a:ext cx="9601200" cy="816429"/>
          </a:xfrm>
        </p:spPr>
        <p:txBody>
          <a:bodyPr/>
          <a:lstStyle/>
          <a:p>
            <a:pPr algn="ctr"/>
            <a:r>
              <a:rPr lang="en-IN" dirty="0"/>
              <a:t>Arithmetic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27E26-FA40-E128-46B8-DD12B349F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58585"/>
            <a:ext cx="9601200" cy="5883729"/>
          </a:xfrm>
        </p:spPr>
        <p:txBody>
          <a:bodyPr>
            <a:noAutofit/>
          </a:bodyPr>
          <a:lstStyle/>
          <a:p>
            <a:r>
              <a:rPr lang="en-US" sz="2100" dirty="0"/>
              <a:t>Operation: ADD, ADDC </a:t>
            </a:r>
          </a:p>
          <a:p>
            <a:pPr marL="0" indent="0">
              <a:buNone/>
            </a:pPr>
            <a:r>
              <a:rPr lang="en-US" sz="2100" dirty="0"/>
              <a:t>      Function: Add Accumulator, Add Accumulator With Carry</a:t>
            </a:r>
          </a:p>
          <a:p>
            <a:r>
              <a:rPr lang="en-US" sz="2100" dirty="0"/>
              <a:t>Operation: SUBB </a:t>
            </a:r>
          </a:p>
          <a:p>
            <a:pPr marL="0" indent="0">
              <a:buNone/>
            </a:pPr>
            <a:r>
              <a:rPr lang="en-US" sz="2100" dirty="0"/>
              <a:t>       Function: Subtract from Accumulator With Borrow</a:t>
            </a:r>
          </a:p>
          <a:p>
            <a:r>
              <a:rPr lang="en-US" sz="2100" dirty="0"/>
              <a:t>Operation: MUL </a:t>
            </a:r>
          </a:p>
          <a:p>
            <a:pPr marL="0" indent="0">
              <a:buNone/>
            </a:pPr>
            <a:r>
              <a:rPr lang="en-US" sz="2100" dirty="0"/>
              <a:t>      Function: Multiply Accumulator by B   </a:t>
            </a:r>
          </a:p>
          <a:p>
            <a:pPr marL="0" indent="0">
              <a:buNone/>
            </a:pPr>
            <a:r>
              <a:rPr lang="en-US" sz="2100" dirty="0"/>
              <a:t>      Syntax: MUL AB</a:t>
            </a:r>
          </a:p>
          <a:p>
            <a:r>
              <a:rPr lang="en-US" sz="2100" dirty="0"/>
              <a:t>Operation: DIV </a:t>
            </a:r>
          </a:p>
          <a:p>
            <a:pPr marL="0" indent="0">
              <a:buNone/>
            </a:pPr>
            <a:r>
              <a:rPr lang="en-US" sz="2100" dirty="0"/>
              <a:t>      Function: Divide Accumulator by B  </a:t>
            </a:r>
          </a:p>
          <a:p>
            <a:pPr marL="0" indent="0">
              <a:buNone/>
            </a:pPr>
            <a:r>
              <a:rPr lang="en-US" sz="2100" dirty="0"/>
              <a:t>      Syntax: DIV AB  </a:t>
            </a:r>
          </a:p>
          <a:p>
            <a:r>
              <a:rPr lang="en-IN" sz="2100" dirty="0"/>
              <a:t>Operation: INC                                               Operation: DEC</a:t>
            </a:r>
          </a:p>
          <a:p>
            <a:pPr marL="0" indent="0">
              <a:buNone/>
            </a:pPr>
            <a:r>
              <a:rPr lang="en-IN" sz="2100" dirty="0"/>
              <a:t>      Function: Increment Register                         Function: Decrement Register  </a:t>
            </a:r>
          </a:p>
          <a:p>
            <a:pPr marL="0" indent="0">
              <a:buNone/>
            </a:pPr>
            <a:r>
              <a:rPr lang="en-IN" sz="2100" dirty="0"/>
              <a:t>      Syntax: INC register                                          Syntax: DEC register</a:t>
            </a:r>
          </a:p>
        </p:txBody>
      </p:sp>
    </p:spTree>
    <p:extLst>
      <p:ext uri="{BB962C8B-B14F-4D97-AF65-F5344CB8AC3E}">
        <p14:creationId xmlns:p14="http://schemas.microsoft.com/office/powerpoint/2010/main" val="209022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A285-5EF2-3EFE-2229-11D86686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3051F0-505A-D9C4-974E-6D4F05132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832" r="10923" b="4042"/>
          <a:stretch>
            <a:fillRect/>
          </a:stretch>
        </p:blipFill>
        <p:spPr>
          <a:xfrm rot="16200000">
            <a:off x="3396343" y="-1491344"/>
            <a:ext cx="5573487" cy="992776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0330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577D-5FC5-F5DC-100F-C431B6B9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DFFAF7-C141-448A-DA0C-24F833997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555" b="4444"/>
          <a:stretch>
            <a:fillRect/>
          </a:stretch>
        </p:blipFill>
        <p:spPr>
          <a:xfrm>
            <a:off x="1219200" y="555172"/>
            <a:ext cx="10178143" cy="561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4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D66B-CACC-11BA-4078-BF220C99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6829"/>
            <a:ext cx="9601200" cy="62048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Logical Instructions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E6919-A29A-DF76-AFCB-E711B6863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60" t="5804" r="3292"/>
          <a:stretch>
            <a:fillRect/>
          </a:stretch>
        </p:blipFill>
        <p:spPr>
          <a:xfrm>
            <a:off x="1262744" y="990600"/>
            <a:ext cx="10537370" cy="5388429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46540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1C1D-C5F5-0240-2237-12EE5658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2771"/>
            <a:ext cx="9601200" cy="696686"/>
          </a:xfrm>
        </p:spPr>
        <p:txBody>
          <a:bodyPr/>
          <a:lstStyle/>
          <a:p>
            <a:pPr algn="ctr"/>
            <a:r>
              <a:rPr lang="en-US" dirty="0"/>
              <a:t>Bit Level Logical Instruction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FD9B33-3D60-7823-7FEE-536BC5F3B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9134"/>
          <a:stretch>
            <a:fillRect/>
          </a:stretch>
        </p:blipFill>
        <p:spPr>
          <a:xfrm>
            <a:off x="1491343" y="1208313"/>
            <a:ext cx="7794473" cy="493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2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B962-D175-EFA1-2BB9-EF2FAD99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46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Rotate and swap instruction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69192-B55E-FE54-EF09-7DAE53B22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3371"/>
            <a:ext cx="9601200" cy="5225143"/>
          </a:xfrm>
        </p:spPr>
        <p:txBody>
          <a:bodyPr>
            <a:normAutofit lnSpcReduction="10000"/>
          </a:bodyPr>
          <a:lstStyle/>
          <a:p>
            <a:r>
              <a:rPr lang="en-IN" sz="2350" dirty="0"/>
              <a:t>Supports left and right rotation without carry or swapping the operation</a:t>
            </a:r>
          </a:p>
          <a:p>
            <a:r>
              <a:rPr lang="en-IN" sz="2350" dirty="0"/>
              <a:t>Operation: SWAP</a:t>
            </a:r>
          </a:p>
          <a:p>
            <a:pPr marL="0" indent="0">
              <a:buNone/>
            </a:pPr>
            <a:r>
              <a:rPr lang="en-IN" sz="2350" dirty="0"/>
              <a:t>       Syntax : SWAP A</a:t>
            </a:r>
          </a:p>
          <a:p>
            <a:pPr marL="0" indent="0">
              <a:buNone/>
            </a:pPr>
            <a:r>
              <a:rPr lang="en-IN" sz="2350" u="sng" dirty="0"/>
              <a:t>Rotate instruction: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350" b="1" dirty="0"/>
              <a:t>RLA</a:t>
            </a:r>
            <a:r>
              <a:rPr lang="en-IN" sz="2350" dirty="0"/>
              <a:t>-Rotate accumulator contents left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350" b="1" dirty="0"/>
              <a:t>RLC</a:t>
            </a:r>
            <a:r>
              <a:rPr lang="en-IN" sz="2350" dirty="0"/>
              <a:t> A-Rotate accumulator contents left through the carry flag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350" b="1" dirty="0"/>
              <a:t>RR</a:t>
            </a:r>
            <a:r>
              <a:rPr lang="en-IN" sz="2350" dirty="0"/>
              <a:t>A- RLA-Rotate accumulator contents right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350" b="1" dirty="0"/>
              <a:t>RRC</a:t>
            </a:r>
            <a:r>
              <a:rPr lang="en-IN" sz="2350" dirty="0"/>
              <a:t> A-Rotate accumulator contents right through the carry flag</a:t>
            </a:r>
          </a:p>
          <a:p>
            <a:pPr marL="0" indent="0">
              <a:buNone/>
            </a:pPr>
            <a:r>
              <a:rPr lang="en-IN" sz="2350" dirty="0"/>
              <a:t>EG:</a:t>
            </a:r>
          </a:p>
          <a:p>
            <a:pPr marL="0" indent="0">
              <a:buNone/>
            </a:pPr>
            <a:r>
              <a:rPr lang="en-IN" sz="2350" dirty="0"/>
              <a:t>A=C5H =11000101</a:t>
            </a:r>
          </a:p>
          <a:p>
            <a:pPr marL="0" indent="0">
              <a:buNone/>
            </a:pPr>
            <a:r>
              <a:rPr lang="en-IN" sz="2350" dirty="0"/>
              <a:t>A=10100011=8BH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525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8D18-6980-11F3-D0C9-FD602EA7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8971"/>
            <a:ext cx="9601200" cy="783771"/>
          </a:xfrm>
        </p:spPr>
        <p:txBody>
          <a:bodyPr/>
          <a:lstStyle/>
          <a:p>
            <a:pPr algn="ctr"/>
            <a:r>
              <a:rPr lang="en-IN" dirty="0"/>
              <a:t>Branching Instructions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0917DF-2294-8B13-B450-0F79B79AC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413" r="8045"/>
          <a:stretch>
            <a:fillRect/>
          </a:stretch>
        </p:blipFill>
        <p:spPr>
          <a:xfrm>
            <a:off x="1371600" y="1436234"/>
            <a:ext cx="8305800" cy="476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06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455A-569B-48A4-4E99-1DD0225DB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66057"/>
            <a:ext cx="9601200" cy="63137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Unconditional jump instructions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91C8FE-38CE-256F-5909-CFEF6B34E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599" y="1371600"/>
            <a:ext cx="9405257" cy="474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28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DB93-B0D0-1BF7-FFD3-8B05EDAA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90600"/>
          </a:xfrm>
        </p:spPr>
        <p:txBody>
          <a:bodyPr/>
          <a:lstStyle/>
          <a:p>
            <a:pPr algn="ctr"/>
            <a:r>
              <a:rPr lang="en-IN" dirty="0"/>
              <a:t>Call instructions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0C1D85-B560-EA4A-3E5A-379C0645B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730828"/>
            <a:ext cx="8346301" cy="1807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4B21D3-F00F-8140-71FD-98F8D0E21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67943"/>
            <a:ext cx="8621486" cy="180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73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F227-3E74-38B0-9F05-21043229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70114"/>
            <a:ext cx="9601200" cy="816429"/>
          </a:xfrm>
        </p:spPr>
        <p:txBody>
          <a:bodyPr/>
          <a:lstStyle/>
          <a:p>
            <a:pPr algn="ctr"/>
            <a:r>
              <a:rPr lang="en-IN" dirty="0"/>
              <a:t>Compare and jump instructions: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D7536B-8F7B-F2AF-A0A6-262F340AD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186543"/>
            <a:ext cx="8643257" cy="51707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1797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09C6-2B27-6EA9-558B-84113EA7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6605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/>
              <a:t>Comparison between 8086 and 8051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06D01F-3078-0198-9F88-9E61ABDB7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840245"/>
              </p:ext>
            </p:extLst>
          </p:nvPr>
        </p:nvGraphicFramePr>
        <p:xfrm>
          <a:off x="1447800" y="1251856"/>
          <a:ext cx="9601200" cy="480978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139169239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24635344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756564093"/>
                    </a:ext>
                  </a:extLst>
                </a:gridCol>
              </a:tblGrid>
              <a:tr h="47906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23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8086 Microprocessor</a:t>
                      </a:r>
                      <a:endParaRPr lang="en-IN" sz="23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8051 Microcontroller</a:t>
                      </a:r>
                      <a:endParaRPr lang="en-IN" sz="23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691983"/>
                  </a:ext>
                </a:extLst>
              </a:tr>
              <a:tr h="8286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Word Size</a:t>
                      </a:r>
                      <a:endParaRPr lang="en-IN" sz="23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16-bit (operates on bytes or words)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8-bit (operates on bytes)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809486"/>
                  </a:ext>
                </a:extLst>
              </a:tr>
              <a:tr h="8344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Arithmetic Power</a:t>
                      </a:r>
                      <a:endParaRPr lang="en-IN" sz="23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Hardware support for </a:t>
                      </a:r>
                      <a:r>
                        <a:rPr lang="en-US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</a:t>
                      </a: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DIV</a:t>
                      </a: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(16-bit).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Supports </a:t>
                      </a:r>
                      <a:r>
                        <a:rPr lang="en-US" sz="23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</a:t>
                      </a:r>
                      <a:r>
                        <a:rPr lang="en-US" sz="23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23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DIV</a:t>
                      </a:r>
                      <a:r>
                        <a:rPr lang="en-US" sz="23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(8-bit), but limited.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956547"/>
                  </a:ext>
                </a:extLst>
              </a:tr>
              <a:tr h="12080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Bit Manipulation</a:t>
                      </a:r>
                      <a:endParaRPr lang="en-IN" sz="23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dedicated bit-level instructions. Uses masking (AND/OR/XOR).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Complete Boolean Processor</a:t>
                      </a:r>
                      <a:r>
                        <a:rPr lang="en-US" sz="23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; can address individual bits (SETB, CLR, CPL).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219123"/>
                  </a:ext>
                </a:extLst>
              </a:tr>
              <a:tr h="11782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Transfer</a:t>
                      </a:r>
                      <a:endParaRPr lang="en-IN" sz="23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</a:t>
                      </a: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PUSH/POP</a:t>
                      </a: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LEA</a:t>
                      </a: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XCHG</a:t>
                      </a:r>
                      <a:r>
                        <a:rPr lang="en-US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(extensive memory-to-register).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</a:t>
                      </a:r>
                      <a:r>
                        <a:rPr lang="en-IN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MOVX</a:t>
                      </a:r>
                      <a:r>
                        <a:rPr lang="en-IN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(external RAM), </a:t>
                      </a:r>
                      <a:r>
                        <a:rPr lang="en-IN" sz="23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MOVC</a:t>
                      </a:r>
                      <a:r>
                        <a:rPr lang="en-IN" sz="23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(program memory constant).</a:t>
                      </a:r>
                    </a:p>
                  </a:txBody>
                  <a:tcPr marL="42636" marR="42636" marT="28424" marB="28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232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877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47DD-16B9-3A32-8C8A-074CEC2B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5543"/>
          </a:xfrm>
        </p:spPr>
        <p:txBody>
          <a:bodyPr/>
          <a:lstStyle/>
          <a:p>
            <a:pPr algn="ctr"/>
            <a:r>
              <a:rPr lang="en-IN" dirty="0"/>
              <a:t>Comparison between 8086 and 8051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86223B-594E-D161-1326-5CFF7C8A5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313490"/>
              </p:ext>
            </p:extLst>
          </p:nvPr>
        </p:nvGraphicFramePr>
        <p:xfrm>
          <a:off x="1426029" y="1567542"/>
          <a:ext cx="8154380" cy="4343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0685">
                  <a:extLst>
                    <a:ext uri="{9D8B030D-6E8A-4147-A177-3AD203B41FA5}">
                      <a16:colId xmlns:a16="http://schemas.microsoft.com/office/drawing/2014/main" val="4192882981"/>
                    </a:ext>
                  </a:extLst>
                </a:gridCol>
                <a:gridCol w="2816752">
                  <a:extLst>
                    <a:ext uri="{9D8B030D-6E8A-4147-A177-3AD203B41FA5}">
                      <a16:colId xmlns:a16="http://schemas.microsoft.com/office/drawing/2014/main" val="3526977440"/>
                    </a:ext>
                  </a:extLst>
                </a:gridCol>
                <a:gridCol w="3116943">
                  <a:extLst>
                    <a:ext uri="{9D8B030D-6E8A-4147-A177-3AD203B41FA5}">
                      <a16:colId xmlns:a16="http://schemas.microsoft.com/office/drawing/2014/main" val="1519469186"/>
                    </a:ext>
                  </a:extLst>
                </a:gridCol>
              </a:tblGrid>
              <a:tr h="1970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/>
                          <a:latin typeface="Google Sans Text"/>
                        </a:rPr>
                        <a:t>Branching/Flow</a:t>
                      </a:r>
                      <a:endParaRPr lang="en-IN" sz="24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  <a:latin typeface="Google Sans Text"/>
                        </a:rPr>
                        <a:t>Near/Far</a:t>
                      </a:r>
                      <a:r>
                        <a:rPr lang="en-US" sz="2400" dirty="0">
                          <a:effectLst/>
                          <a:latin typeface="Google Sans Text"/>
                        </a:rPr>
                        <a:t> calls and jumps for segmented memory.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  <a:latin typeface="Google Sans Text"/>
                        </a:rPr>
                        <a:t>Absolute (AJMP)</a:t>
                      </a:r>
                      <a:r>
                        <a:rPr lang="en-US" sz="2400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400" b="1" dirty="0">
                          <a:effectLst/>
                          <a:latin typeface="Google Sans Text"/>
                        </a:rPr>
                        <a:t>Long (LJMP)</a:t>
                      </a:r>
                      <a:r>
                        <a:rPr lang="en-US" sz="2400" dirty="0">
                          <a:effectLst/>
                          <a:latin typeface="Google Sans Text"/>
                        </a:rPr>
                        <a:t>, and </a:t>
                      </a:r>
                      <a:r>
                        <a:rPr lang="en-US" sz="2400" b="1" dirty="0">
                          <a:effectLst/>
                          <a:latin typeface="Google Sans Text"/>
                        </a:rPr>
                        <a:t>Short (SJMP)</a:t>
                      </a:r>
                      <a:r>
                        <a:rPr lang="en-US" sz="2400" dirty="0">
                          <a:effectLst/>
                          <a:latin typeface="Google Sans Text"/>
                        </a:rPr>
                        <a:t> jumps.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625966"/>
                  </a:ext>
                </a:extLst>
              </a:tr>
              <a:tr h="2373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effectLst/>
                          <a:latin typeface="Google Sans Text"/>
                        </a:rPr>
                        <a:t>Specialized Group</a:t>
                      </a:r>
                      <a:endParaRPr lang="en-IN" sz="24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  <a:latin typeface="Google Sans Text"/>
                        </a:rPr>
                        <a:t>String instructions</a:t>
                      </a:r>
                      <a:r>
                        <a:rPr lang="en-US" sz="2400" dirty="0">
                          <a:effectLst/>
                          <a:latin typeface="Google Sans Text"/>
                        </a:rPr>
                        <a:t> (MOVSB, CMPSB) for block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effectLst/>
                          <a:latin typeface="Google Sans Text"/>
                        </a:rPr>
                        <a:t>Boolean instructions</a:t>
                      </a:r>
                      <a:r>
                        <a:rPr lang="en-US" sz="2400" dirty="0">
                          <a:effectLst/>
                          <a:latin typeface="Google Sans Text"/>
                        </a:rPr>
                        <a:t> for real-time control logic.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87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26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254874-F111-3347-B54A-5456E7D9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257" y="2296885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IN" sz="8800" dirty="0">
                <a:latin typeface="Edwardian Script ITC" panose="030303020407070D0804" pitchFamily="66" charset="0"/>
              </a:rPr>
              <a:t>Thank you</a:t>
            </a:r>
            <a:r>
              <a:rPr lang="en-IN" sz="8000" dirty="0"/>
              <a:t>🙏🏻</a:t>
            </a:r>
            <a:endParaRPr lang="en-IN" sz="8000" dirty="0">
              <a:latin typeface="Edwardian Script ITC" panose="030303020407070D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91880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{145F6ADC-398D-4DC6-84DE-F5BE2502D422}TFc3084226-2d0c-440f-9f46-6b48c7a7f670e6ba4a85-fc4a2881d6b3</Template>
  <TotalTime>162</TotalTime>
  <Words>605</Words>
  <Application>Microsoft Office PowerPoint</Application>
  <PresentationFormat>Widescreen</PresentationFormat>
  <Paragraphs>97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Edwardian Script ITC</vt:lpstr>
      <vt:lpstr>Franklin Gothic Book</vt:lpstr>
      <vt:lpstr>Google Sans Text</vt:lpstr>
      <vt:lpstr>Crop</vt:lpstr>
      <vt:lpstr>8051 Microcontroller</vt:lpstr>
      <vt:lpstr>Trivia Time</vt:lpstr>
      <vt:lpstr>Instruction Set of 8051</vt:lpstr>
      <vt:lpstr>Data transfer instructions</vt:lpstr>
      <vt:lpstr>PowerPoint Presentation</vt:lpstr>
      <vt:lpstr> </vt:lpstr>
      <vt:lpstr>Arithmetic Instructions</vt:lpstr>
      <vt:lpstr>PowerPoint Presentation</vt:lpstr>
      <vt:lpstr>PowerPoint Presentation</vt:lpstr>
      <vt:lpstr>Logical Instructions</vt:lpstr>
      <vt:lpstr>Bit Level Logical Instruction</vt:lpstr>
      <vt:lpstr>Rotate and swap instruction </vt:lpstr>
      <vt:lpstr>Branching Instructions</vt:lpstr>
      <vt:lpstr>Unconditional jump instructions</vt:lpstr>
      <vt:lpstr>Call instructions</vt:lpstr>
      <vt:lpstr>Compare and jump instructions:</vt:lpstr>
      <vt:lpstr>Comparison between 8086 and 8051</vt:lpstr>
      <vt:lpstr>Comparison between 8086 and 8051</vt:lpstr>
      <vt:lpstr>Thank you🙏🏻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dhanya shiri</dc:creator>
  <cp:lastModifiedBy>dhanya shiri</cp:lastModifiedBy>
  <cp:revision>1</cp:revision>
  <dcterms:created xsi:type="dcterms:W3CDTF">2026-02-18T14:15:30Z</dcterms:created>
  <dcterms:modified xsi:type="dcterms:W3CDTF">2026-02-18T16:57:43Z</dcterms:modified>
</cp:coreProperties>
</file>